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Bonian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The Future of AI-Native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An IDE that turns UML diagrams into real, structured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Team Members: Mohammed Mahjari, Ali Tawhari, Hatem Shwaiy,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Saud Ghazwani, Haitham Torabi, Tawfiq Moharaq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Supervisor: Dr. Mshabab Alrizah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Jazan University – College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Software development is changing fast with the rise of AI-powered coding tools.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While tools like GitHub Copilot and Cursor help developers write code faster, they rely heavily on natural language prompts, which can be ambiguous and error-prone.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Bonian aims to fix this by introducing a clear, structured, and visual way to generate software using UML diagrams.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8"/>
                </a:solidFill>
              </a:defRPr>
            </a:pPr>
            <a:r>
              <a:t>Most AI code assistants focus on speed, not architecture.</a:t>
            </a:r>
          </a:p>
          <a:p>
            <a:pPr>
              <a:spcAft>
                <a:spcPts val="1800"/>
              </a:spcAft>
              <a:defRPr sz="1800">
                <a:solidFill>
                  <a:srgbClr val="4A5568"/>
                </a:solidFill>
              </a:defRPr>
            </a:pPr>
            <a:r>
              <a:t>They often forget earlier design decisions — a problem we call the Architectural Deficit.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This leads to: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Inconsistent code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Security flaws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Technical debt and poor maintainability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F0F2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8"/>
                </a:solidFill>
              </a:defRPr>
            </a:pPr>
            <a:r>
              <a:t>We believe the issue isn't the AI model itself — it's the input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Our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Bonian redefines how developers interact with AI.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Instead of typing prompts, developers design UML diagrams — and Bonian transforms them into executable code.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This approach combines AI speed with engineering discipline.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F0F2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8"/>
                </a:solidFill>
              </a:defRPr>
            </a:pPr>
            <a:r>
              <a:t>From prompt engineering to software architecture — that's Bonian.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Build an AI-native IDE that converts UML diagrams to code.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Replace ambiguous text input with formal, visual modeling.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Ensure architectural consistency in generated code.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Improve developer productivity and code quality.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Shift the developer's role from "prompt user" to system architect.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657600" cy="3657600"/>
          </a:xfrm>
          <a:prstGeom prst="rect">
            <a:avLst/>
          </a:prstGeom>
          <a:solidFill>
            <a:srgbClr val="F0FFF4"/>
          </a:solidFill>
          <a:ln w="254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spcAft>
                <a:spcPts val="1200"/>
              </a:spcAft>
              <a:defRPr sz="2400" b="1">
                <a:solidFill>
                  <a:srgbClr val="22543D"/>
                </a:solidFill>
              </a:defRPr>
            </a:pPr>
            <a:r>
              <a:t>✓ In Scope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Desktop IDE (Windows, macOS, Linux)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UML input → TypeScript output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Real-time AI interpretation of diagrams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3657600" cy="365760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spcAft>
                <a:spcPts val="1200"/>
              </a:spcAft>
              <a:defRPr sz="2400" b="1">
                <a:solidFill>
                  <a:srgbClr val="742A2A"/>
                </a:solidFill>
              </a:defRPr>
            </a:pPr>
            <a:r>
              <a:t>✗ Out of Scope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Hand-drawn sketches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Reverse engineering (code → UML)</a:t>
            </a:r>
          </a:p>
          <a:p>
            <a:pPr lvl="1">
              <a:defRPr sz="1600">
                <a:solidFill>
                  <a:srgbClr val="4A5568"/>
                </a:solidFill>
              </a:defRPr>
            </a:pPr>
            <a:r>
              <a:t>Multiple AI model integrations (Phase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Key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Dependent on the accuracy of multimodal AI models.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May misread complex or non-standard UML diagrams.</a:t>
            </a:r>
          </a:p>
          <a:p>
            <a:pPr>
              <a:spcAft>
                <a:spcPts val="1200"/>
              </a:spcAft>
              <a:defRPr sz="1800">
                <a:solidFill>
                  <a:srgbClr val="4A5568"/>
                </a:solidFill>
              </a:defRPr>
            </a:pPr>
            <a:r>
              <a:t>Forking VS Code creates a maintenance burden but allows deep customization.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F0F2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3748"/>
                </a:solidFill>
              </a:defRPr>
            </a:pPr>
            <a:r>
              <a:t>Despite these challenges, Bonian opens the door to new innovation beyond standard extensions.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568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Conversational AI in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Text-based only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568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Code suggestion using GPT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No architecture awareness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568"/>
                          </a:solidFill>
                        </a:defRPr>
                      </a:pPr>
                      <a:r>
                        <a:t>UML Generators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No AI reasoning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A5568"/>
                          </a:solidFill>
                        </a:defRPr>
                      </a:pPr>
                      <a:r>
                        <a:t>Bonian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Vision + UML + AI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</a:defRPr>
                      </a:pPr>
                      <a:r>
                        <a:t>Architecture-first design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Bonian bridges the gap between formal modeling and AI reasoning.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 b="1">
                <a:solidFill>
                  <a:srgbClr val="667EEA"/>
                </a:solidFill>
              </a:defRPr>
            </a:pPr>
            <a:r>
              <a:t>Process Model: Agile + Research-based</a:t>
            </a:r>
          </a:p>
          <a:p>
            <a:pPr>
              <a:spcAft>
                <a:spcPts val="1800"/>
              </a:spcAft>
              <a:defRPr sz="2000" b="1">
                <a:solidFill>
                  <a:srgbClr val="667EEA"/>
                </a:solidFill>
              </a:defRPr>
            </a:pPr>
            <a:r>
              <a:t>Technologies: VS Code OSS, UML, TypeScript, GPT-4V or Claude 3</a:t>
            </a:r>
          </a:p>
          <a:p>
            <a:pPr>
              <a:spcAft>
                <a:spcPts val="1200"/>
              </a:spcAft>
              <a:defRPr sz="2000" b="1">
                <a:solidFill>
                  <a:srgbClr val="667EEA"/>
                </a:solidFill>
              </a:defRPr>
            </a:pPr>
            <a:r>
              <a:t>Development Phases: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Research &amp; Design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AI Model Integration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System Implementation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Testing &amp;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Bonian includes three main components: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2286000" cy="1828800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667EEA"/>
                </a:solidFill>
              </a:defRPr>
            </a:pPr>
            <a:r>
              <a:t>AI Engine</a:t>
            </a:r>
          </a:p>
          <a:p>
            <a:pPr algn="ctr">
              <a:defRPr sz="1400">
                <a:solidFill>
                  <a:srgbClr val="4A5568"/>
                </a:solidFill>
              </a:defRPr>
            </a:pPr>
            <a:r>
              <a:t>Interprets UML diagrams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743200"/>
            <a:ext cx="2286000" cy="1828800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667EEA"/>
                </a:solidFill>
              </a:defRPr>
            </a:pPr>
            <a:r>
              <a:t>Code Generator</a:t>
            </a:r>
          </a:p>
          <a:p>
            <a:pPr algn="ctr">
              <a:defRPr sz="1400">
                <a:solidFill>
                  <a:srgbClr val="4A5568"/>
                </a:solidFill>
              </a:defRPr>
            </a:pPr>
            <a:r>
              <a:t>Produces executable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2743200"/>
            <a:ext cx="2286000" cy="1828800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667EEA"/>
                </a:solidFill>
              </a:defRPr>
            </a:pPr>
            <a:r>
              <a:t>IDE Interface</a:t>
            </a:r>
          </a:p>
          <a:p>
            <a:pPr algn="ctr">
              <a:defRPr sz="1400">
                <a:solidFill>
                  <a:srgbClr val="4A5568"/>
                </a:solidFill>
              </a:defRPr>
            </a:pPr>
            <a:r>
              <a:t>Enables interaction and 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F0F2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D3748"/>
                </a:solidFill>
              </a:defRPr>
            </a:pPr>
            <a:r>
              <a:t>It combines the precision of UML with the intelligence of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657600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Phase 1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Research &amp; 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2286000"/>
            <a:ext cx="3657600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Phase 2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Requirements &amp;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3657600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Phase 3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System Design &amp;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657600"/>
            <a:ext cx="3657600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Phase 4</a:t>
            </a:r>
          </a:p>
          <a:p>
            <a:pPr>
              <a:defRPr sz="1600">
                <a:solidFill>
                  <a:srgbClr val="4A5568"/>
                </a:solidFill>
              </a:defRPr>
            </a:pPr>
            <a:r>
              <a:t>Testing &amp; Final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18096"/>
                </a:solidFill>
              </a:defRPr>
            </a:pPr>
            <a:r>
              <a:t>(You can show your Gantt chart or WBS diagram here.)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</a:defRPr>
            </a:pPr>
            <a:r>
              <a:t>Bonian is more than a tool — it's a new paradigm for AI-assisted development.</a:t>
            </a:r>
          </a:p>
          <a:p>
            <a:pPr>
              <a:spcAft>
                <a:spcPts val="1200"/>
              </a:spcAft>
              <a:defRPr sz="2000" b="1">
                <a:solidFill>
                  <a:srgbClr val="667EEA"/>
                </a:solidFill>
              </a:defRPr>
            </a:pPr>
            <a:r>
              <a:t>It aims to: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Strengthen software architecture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Reduce technical debt</a:t>
            </a:r>
          </a:p>
          <a:p>
            <a:pPr lvl="1">
              <a:defRPr sz="1800">
                <a:solidFill>
                  <a:srgbClr val="4A5568"/>
                </a:solidFill>
              </a:defRPr>
            </a:pPr>
            <a:r>
              <a:t>Empower developers with design-first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6400800" cy="822960"/>
          </a:xfrm>
          <a:prstGeom prst="rect">
            <a:avLst/>
          </a:prstGeom>
          <a:solidFill>
            <a:srgbClr val="F0F2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D3748"/>
                </a:solidFill>
              </a:defRPr>
            </a:pPr>
            <a:r>
              <a:t>"From prompt engineering to software architecture — that's Bonian."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